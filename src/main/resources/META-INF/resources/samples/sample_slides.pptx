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for parser field mapping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tests PowerPoint metadata extraction and field mapping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Presentation</dc:title>
  <dc:subject>Parser Testing</dc:subject>
  <dc:creator>Test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